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41480" cy="6492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A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512064"/>
            <a:ext cx="21945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457200"/>
            <a:ext cx="8046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従来型の中央集約だけでは、データ活用の拡大に限界がある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8096" y="950976"/>
            <a:ext cx="9052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“全部を中央で受ける・集める”ほど、中央チームの負荷と物理集約のリスクが大きくなる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4892040" cy="786384"/>
          </a:xfrm>
          <a:prstGeom prst="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0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636776"/>
            <a:ext cx="347472" cy="347472"/>
          </a:xfrm>
          <a:prstGeom prst="rect">
            <a:avLst>
              <a:gd name="adj" fmla="val 10526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41348"/>
            <a:ext cx="347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600200"/>
            <a:ext cx="41788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中央チームに依頼が集中する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965960"/>
            <a:ext cx="4178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データ追加、定義変更、権限対応、問い合わせが中央に集まり、対応待ちが増える。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77240" y="2450592"/>
            <a:ext cx="4892040" cy="786384"/>
          </a:xfrm>
          <a:prstGeom prst="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0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2578608"/>
            <a:ext cx="347472" cy="347472"/>
          </a:xfrm>
          <a:prstGeom prst="rect">
            <a:avLst>
              <a:gd name="adj" fmla="val 10526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583180"/>
            <a:ext cx="347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44168" y="2542032"/>
            <a:ext cx="41788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業務文脈を理解しきれない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2907792"/>
            <a:ext cx="4178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各社・各部門の業務ルールや例外運用を、中央だけで把握し続けるのは難しい。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77240" y="3392424"/>
            <a:ext cx="4892040" cy="786384"/>
          </a:xfrm>
          <a:prstGeom prst="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0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3520440"/>
            <a:ext cx="347472" cy="347472"/>
          </a:xfrm>
          <a:prstGeom prst="rect">
            <a:avLst>
              <a:gd name="adj" fmla="val 10526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525012"/>
            <a:ext cx="347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44168" y="3483864"/>
            <a:ext cx="41788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中央が“窓口兼作業代行”になる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44168" y="3849624"/>
            <a:ext cx="41788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利用者は中央に依頼し、中央がBI画面や抽出を代行する構図になりやすい。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77240" y="4334256"/>
            <a:ext cx="4892040" cy="859536"/>
          </a:xfrm>
          <a:prstGeom prst="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0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" y="4462272"/>
            <a:ext cx="347472" cy="347472"/>
          </a:xfrm>
          <a:prstGeom prst="rect">
            <a:avLst>
              <a:gd name="adj" fmla="val 10526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4466844"/>
            <a:ext cx="347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44168" y="4425696"/>
            <a:ext cx="41788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集めるほど運用・リスクが増える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44168" y="4791456"/>
            <a:ext cx="417880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複製データの保管、同期、ETL保守、権限管理、監査対応、セキュリティリスクが膨らむ。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77240" y="5440680"/>
            <a:ext cx="4892040" cy="493776"/>
          </a:xfrm>
          <a:prstGeom prst="roundRect">
            <a:avLst>
              <a:gd name="adj" fmla="val 22222"/>
            </a:avLst>
          </a:prstGeom>
          <a:solidFill>
            <a:srgbClr val="EAF0F8"/>
          </a:solidFill>
          <a:ln w="6350">
            <a:solidFill>
              <a:srgbClr val="D5DD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541264"/>
            <a:ext cx="4526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B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物理統合は有効。ただし「すべてを集める前提」だけでは拡張性に限界がある。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1444752"/>
            <a:ext cx="5138928" cy="4553712"/>
          </a:xfrm>
          <a:prstGeom prst="roundRect">
            <a:avLst>
              <a:gd name="adj" fmla="val 2008"/>
            </a:avLst>
          </a:prstGeom>
          <a:solidFill>
            <a:srgbClr val="F7F8FB"/>
          </a:solidFill>
          <a:ln w="12700">
            <a:solidFill>
              <a:srgbClr val="E0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1673352"/>
            <a:ext cx="453542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従来型：中央集約型（フィジカルSSoT）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06640" y="2532888"/>
            <a:ext cx="566928" cy="440558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06640" y="3355848"/>
            <a:ext cx="566928" cy="-102596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06640" y="4178808"/>
            <a:ext cx="566928" cy="-645749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49840" y="2532888"/>
            <a:ext cx="-731520" cy="440558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49840" y="3355848"/>
            <a:ext cx="-731520" cy="-102596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49840" y="4178808"/>
            <a:ext cx="-731520" cy="-645749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01968" y="233172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240487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Biz 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01968" y="315468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322783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Biz 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01968" y="397764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405079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Biz 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149840" y="233172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49840" y="240487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Lab 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149840" y="315468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49840" y="322783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Lab 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149840" y="3977640"/>
            <a:ext cx="804672" cy="393192"/>
          </a:xfrm>
          <a:prstGeom prst="roundRect">
            <a:avLst>
              <a:gd name="adj" fmla="val 13953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49840" y="4050792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Lab 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01584" y="2514600"/>
            <a:ext cx="1243584" cy="1353312"/>
          </a:xfrm>
          <a:prstGeom prst="can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02752" y="2907792"/>
            <a:ext cx="8412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Platform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44968" y="416052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1B7B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4261104"/>
            <a:ext cx="17282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23B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依頼・変更・ETL保守が集中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6766560" y="4736592"/>
            <a:ext cx="219456" cy="219456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84264" y="4956048"/>
            <a:ext cx="384048" cy="301752"/>
          </a:xfrm>
          <a:prstGeom prst="arc">
            <a:avLst/>
          </a:prstGeom>
          <a:noFill/>
          <a:ln w="19050">
            <a:solidFill>
              <a:srgbClr val="1D1D1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事業部門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366760" y="4736592"/>
            <a:ext cx="219456" cy="219456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84464" y="4956048"/>
            <a:ext cx="384048" cy="301752"/>
          </a:xfrm>
          <a:prstGeom prst="arc">
            <a:avLst/>
          </a:prstGeom>
          <a:noFill/>
          <a:ln w="19050">
            <a:solidFill>
              <a:srgbClr val="1D1D1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73568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中央基盤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チーム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9966960" y="4736592"/>
            <a:ext cx="219456" cy="219456"/>
          </a:xfrm>
          <a:prstGeom prst="ellipse">
            <a:avLst/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84664" y="4956048"/>
            <a:ext cx="384048" cy="301752"/>
          </a:xfrm>
          <a:prstGeom prst="arc">
            <a:avLst/>
          </a:prstGeom>
          <a:noFill/>
          <a:ln w="19050">
            <a:solidFill>
              <a:srgbClr val="1D1D1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73768" y="528523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利用者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6327648" y="5669280"/>
            <a:ext cx="470916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7620">
            <a:solidFill>
              <a:srgbClr val="E0E3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46520" y="5724144"/>
            <a:ext cx="44805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中央だけで“業務理解・品質確認・権限対応・データ複製”を抱える構造になりやすい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777240" y="6144768"/>
            <a:ext cx="10497312" cy="384048"/>
          </a:xfrm>
          <a:prstGeom prst="roundRect">
            <a:avLst>
              <a:gd name="adj" fmla="val 19048"/>
            </a:avLst>
          </a:prstGeom>
          <a:solidFill>
            <a:srgbClr val="0B1233"/>
          </a:solidFill>
          <a:ln w="12700">
            <a:solidFill>
              <a:srgbClr val="0B12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9264" y="6236208"/>
            <a:ext cx="10104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だから：中央がすべてを抱えるのではなく、各社の責任を活かしながら、安全に横断活用できる仕組みが必要</a:t>
            </a:r>
            <a:endParaRPr lang="en-US" sz="1120" dirty="0"/>
          </a:p>
        </p:txBody>
      </p:sp>
      <p:sp>
        <p:nvSpPr>
          <p:cNvPr id="65" name="Text 63"/>
          <p:cNvSpPr/>
          <p:nvPr/>
        </p:nvSpPr>
        <p:spPr>
          <a:xfrm>
            <a:off x="7406640" y="6629400"/>
            <a:ext cx="34747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Copyright © PERSOL HOLDINGS CO., LTD. All Rights Reserved.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1448288" y="6629400"/>
            <a:ext cx="164592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55A6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従来型の中央集約だけでは、データ活用の拡大に限界がある</dc:title>
  <dc:subject>従来型データ統合基盤の課題</dc:subject>
  <dc:creator>OpenAI</dc:creator>
  <cp:lastModifiedBy>OpenAI</cp:lastModifiedBy>
  <cp:revision>1</cp:revision>
  <dcterms:created xsi:type="dcterms:W3CDTF">2026-05-13T05:22:46Z</dcterms:created>
  <dcterms:modified xsi:type="dcterms:W3CDTF">2026-05-13T05:22:46Z</dcterms:modified>
</cp:coreProperties>
</file>