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0" autoAdjust="0"/>
    <p:restoredTop sz="94610"/>
  </p:normalViewPr>
  <p:slideViewPr>
    <p:cSldViewPr snapToGrid="0" snapToObjects="1">
      <p:cViewPr>
        <p:scale>
          <a:sx n="86" d="100"/>
          <a:sy n="86" d="100"/>
        </p:scale>
        <p:origin x="44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21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41480" cy="6492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84048" y="512064"/>
            <a:ext cx="21945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従来型の中央集約だけでは、データ活用の拡大に限界がある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8096" y="950976"/>
            <a:ext cx="9052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“全部を中央で受ける・集める”ほど、中央チームの負荷と物理集約のリスクが大きくなる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4892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86968" y="1636776"/>
            <a:ext cx="347472" cy="347472"/>
          </a:xfrm>
          <a:prstGeom prst="rect">
            <a:avLst/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86968" y="1641348"/>
            <a:ext cx="347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600200"/>
            <a:ext cx="41788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中央チームに依頼が集中する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965960"/>
            <a:ext cx="4178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データ追加、定義変更、権限対応、問い合わせが中央に集まり、対応待ちが増える。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77240" y="2450592"/>
            <a:ext cx="4892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886968" y="2578608"/>
            <a:ext cx="347472" cy="347472"/>
          </a:xfrm>
          <a:prstGeom prst="rect">
            <a:avLst/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86968" y="2583180"/>
            <a:ext cx="347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44168" y="2542032"/>
            <a:ext cx="41788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業務文脈を理解しきれない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2907792"/>
            <a:ext cx="4178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各社・各部門の業務ルールや例外運用を、中央だけで把握し続けるのは難しい。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77240" y="3392424"/>
            <a:ext cx="4892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86968" y="3520440"/>
            <a:ext cx="347472" cy="347472"/>
          </a:xfrm>
          <a:prstGeom prst="rect">
            <a:avLst/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86968" y="3525012"/>
            <a:ext cx="347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44168" y="3483864"/>
            <a:ext cx="41788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中央が“窓口兼作業代行”になる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44168" y="3849624"/>
            <a:ext cx="4178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利用者は中央に依頼し、中央がBI画面や抽出を代行する構図になりやすい。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77240" y="4334256"/>
            <a:ext cx="4892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86968" y="4462272"/>
            <a:ext cx="347472" cy="347472"/>
          </a:xfrm>
          <a:prstGeom prst="rect">
            <a:avLst/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86968" y="4466844"/>
            <a:ext cx="347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44168" y="4425696"/>
            <a:ext cx="41788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集めるほど運用・リスクが増える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44168" y="4791456"/>
            <a:ext cx="41788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複製データの保管、同期、ETL保守、権限管理、監査対応、セキュリティリスクが膨らむ。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77240" y="5440680"/>
            <a:ext cx="4892040" cy="493776"/>
          </a:xfrm>
          <a:prstGeom prst="roundRect">
            <a:avLst>
              <a:gd name="adj" fmla="val 22222"/>
            </a:avLst>
          </a:prstGeom>
          <a:solidFill>
            <a:srgbClr val="EAF0F8"/>
          </a:solidFill>
          <a:ln w="6350">
            <a:solidFill>
              <a:srgbClr val="D5DD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960120" y="5541264"/>
            <a:ext cx="4526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3B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物理統合は有効。ただし「すべてを集める前提」だけでは拡張性に限界がある。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1444752"/>
            <a:ext cx="5138928" cy="4553712"/>
          </a:xfrm>
          <a:prstGeom prst="roundRect">
            <a:avLst>
              <a:gd name="adj" fmla="val 2008"/>
            </a:avLst>
          </a:prstGeom>
          <a:solidFill>
            <a:srgbClr val="F7F8FB"/>
          </a:solidFill>
          <a:ln w="1270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419088" y="1673352"/>
            <a:ext cx="45354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従来型：中央集約型（フィジカルSSoT）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06640" y="2532888"/>
            <a:ext cx="566928" cy="440558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7406640" y="3355848"/>
            <a:ext cx="566928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7406640" y="4178808"/>
            <a:ext cx="566928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10149840" y="2532888"/>
            <a:ext cx="0" cy="440558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10149840" y="3355848"/>
            <a:ext cx="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10149840" y="4178808"/>
            <a:ext cx="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6601968" y="233172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601968" y="240487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Biz 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01968" y="315468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601968" y="322783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Biz B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01968" y="397764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601968" y="405079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Biz 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149840" y="233172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10149840" y="240487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Lab 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149840" y="315468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10149840" y="322783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Lab B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149840" y="397764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10149840" y="405079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Lab 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01584" y="2514600"/>
            <a:ext cx="1243584" cy="1353312"/>
          </a:xfrm>
          <a:prstGeom prst="can">
            <a:avLst/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8302752" y="2907792"/>
            <a:ext cx="8412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Platform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44968" y="416052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B7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7882128" y="4261104"/>
            <a:ext cx="17282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A23B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依頼・変更・ETL保守が集中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6766560" y="4736592"/>
            <a:ext cx="219456" cy="219456"/>
          </a:xfrm>
          <a:prstGeom prst="ellipse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6684264" y="4956048"/>
            <a:ext cx="384048" cy="301752"/>
          </a:xfrm>
          <a:prstGeom prst="arc">
            <a:avLst/>
          </a:prstGeom>
          <a:noFill/>
          <a:ln w="19050">
            <a:solidFill>
              <a:srgbClr val="1D1D1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6373368" y="5285232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事業部門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366760" y="4736592"/>
            <a:ext cx="219456" cy="219456"/>
          </a:xfrm>
          <a:prstGeom prst="ellipse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8284464" y="4956048"/>
            <a:ext cx="384048" cy="301752"/>
          </a:xfrm>
          <a:prstGeom prst="arc">
            <a:avLst/>
          </a:prstGeom>
          <a:noFill/>
          <a:ln w="19050">
            <a:solidFill>
              <a:srgbClr val="1D1D1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7973568" y="5285232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中央基盤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チーム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9966960" y="4736592"/>
            <a:ext cx="219456" cy="219456"/>
          </a:xfrm>
          <a:prstGeom prst="ellipse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9884664" y="4956048"/>
            <a:ext cx="384048" cy="301752"/>
          </a:xfrm>
          <a:prstGeom prst="arc">
            <a:avLst/>
          </a:prstGeom>
          <a:noFill/>
          <a:ln w="19050">
            <a:solidFill>
              <a:srgbClr val="1D1D1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9573768" y="5285232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利用者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6327648" y="5669280"/>
            <a:ext cx="47091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762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6446520" y="5724144"/>
            <a:ext cx="44805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中央だけで“業務理解・品質確認・権限対応・データ複製”を抱える構造になりやすい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777240" y="6144768"/>
            <a:ext cx="10497312" cy="384048"/>
          </a:xfrm>
          <a:prstGeom prst="roundRect">
            <a:avLst>
              <a:gd name="adj" fmla="val 19048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969264" y="6236208"/>
            <a:ext cx="10104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だから：中央がすべてを抱えるのではなく、各社の責任を活かしながら、安全に横断活用できる仕組みが必要</a:t>
            </a:r>
            <a:endParaRPr lang="en-US" sz="1120" dirty="0"/>
          </a:p>
        </p:txBody>
      </p:sp>
      <p:sp>
        <p:nvSpPr>
          <p:cNvPr id="65" name="Text 63"/>
          <p:cNvSpPr/>
          <p:nvPr/>
        </p:nvSpPr>
        <p:spPr>
          <a:xfrm>
            <a:off x="7406640" y="6629400"/>
            <a:ext cx="34747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Copyright © PERSOL HOLDINGS CO., LTD. All Rights Reserved.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1448288" y="6629400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ワイド画面</PresentationFormat>
  <Paragraphs>36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Noto Sans CJK JP</vt:lpstr>
      <vt:lpstr>Arial</vt:lpstr>
      <vt:lpstr>Office Theme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従来型の中央集約だけでは、データ活用の拡大に限界がある</dc:title>
  <dc:subject>従来型データ統合基盤の課題</dc:subject>
  <dc:creator>OpenAI</dc:creator>
  <cp:lastModifiedBy>yoshimasa obata</cp:lastModifiedBy>
  <cp:revision>1</cp:revision>
  <dcterms:created xsi:type="dcterms:W3CDTF">2026-05-13T05:22:46Z</dcterms:created>
  <dcterms:modified xsi:type="dcterms:W3CDTF">2026-05-13T05:24:51Z</dcterms:modified>
</cp:coreProperties>
</file>